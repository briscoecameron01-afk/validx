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3152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FFFFFF"/>
                </a:solidFill>
                <a:latin typeface="Arial Black"/>
              </a:defRPr>
            </a:pPr>
            <a:r>
              <a:t>ValidX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9436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06B6D4"/>
                </a:solidFill>
                <a:latin typeface="Calibri"/>
              </a:defRPr>
            </a:pPr>
            <a:r>
              <a:t>Test Your Riskiest Assumptions</a:t>
            </a:r>
            <a:br/>
            <a:r>
              <a:t>With Real People. In Real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5486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The Uber-style marketplace that connects startups</a:t>
            </a:r>
            <a:br/>
            <a:r>
              <a:t>to real testers — from $29 per validation.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109728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3657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6366F1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54864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E293B"/>
                </a:solidFill>
                <a:latin typeface="Arial Black"/>
              </a:defRPr>
            </a:pPr>
            <a:r>
              <a:t>Most Startups Build First,</a:t>
            </a:r>
            <a:br/>
            <a:r>
              <a:t>Validate Later.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24688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64008" cy="1828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19" y="2240280"/>
            <a:ext cx="2011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6366F1"/>
                </a:solidFill>
                <a:latin typeface="Arial Black"/>
              </a:defRPr>
            </a:pPr>
            <a:r>
              <a:t>90%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19" y="2880360"/>
            <a:ext cx="1828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of startups fail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011680"/>
            <a:ext cx="24688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2011680"/>
            <a:ext cx="64008" cy="1828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59" y="2240280"/>
            <a:ext cx="2011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6366F1"/>
                </a:solidFill>
                <a:latin typeface="Arial Black"/>
              </a:defRPr>
            </a:pPr>
            <a:r>
              <a:t>42%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59" y="2880360"/>
            <a:ext cx="1828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build something</a:t>
            </a:r>
            <a:br/>
            <a:r>
              <a:t>no one wants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011680"/>
            <a:ext cx="24688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2011680"/>
            <a:ext cx="64008" cy="1828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240280"/>
            <a:ext cx="2011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6366F1"/>
                </a:solidFill>
                <a:latin typeface="Arial Black"/>
              </a:defRPr>
            </a:pPr>
            <a:r>
              <a:t>$19B+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880360"/>
            <a:ext cx="1828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wasted annually on</a:t>
            </a:r>
            <a:br/>
            <a:r>
              <a:t>unvalidated ideas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06240"/>
            <a:ext cx="7772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E293B"/>
                </a:solidFill>
                <a:latin typeface="Calibri"/>
              </a:defRPr>
            </a:pPr>
            <a:r>
              <a:t>Founders need a faster, cheaper way to test assumptions before they build.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6B6D4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Arial Black"/>
              </a:defRPr>
            </a:pPr>
            <a:r>
              <a:t>An Uber-Style Marketplace</a:t>
            </a:r>
            <a:br/>
            <a:r>
              <a:t>for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4023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spcAft>
                <a:spcPts val="8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ValidX works like Uber — but instead of rides, we connect startups to testers. Post an experiment, and college students across the country pick it up and give you real feedback.</a:t>
            </a:r>
          </a:p>
          <a:p>
            <a:pPr algn="l">
              <a:lnSpc>
                <a:spcPts val="2000"/>
              </a:lnSpc>
              <a:spcAft>
                <a:spcPts val="8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000"/>
              </a:lnSpc>
              <a:spcAft>
                <a:spcPts val="8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Get real market signals before writing a single line of code. Tests start at just $29.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1920240"/>
            <a:ext cx="347472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349240" y="2121408"/>
            <a:ext cx="365760" cy="36576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67528" y="2112264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 Black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201168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Real Feedback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233172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From actual next-gen consumers, not surveys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2880360"/>
            <a:ext cx="347472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349240" y="3081528"/>
            <a:ext cx="365760" cy="36576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67528" y="3072384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 Black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297180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Fast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329184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Actionable data in days, not months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3840480"/>
            <a:ext cx="347472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349240" y="4041648"/>
            <a:ext cx="365760" cy="36576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67528" y="4032504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 Black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393192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Low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425196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Pay only for the tests you run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6366F1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E293B"/>
                </a:solidFill>
                <a:latin typeface="Arial Black"/>
              </a:defRPr>
            </a:pPr>
            <a:r>
              <a:t>Three Simple Steps to</a:t>
            </a:r>
            <a:br/>
            <a:r>
              <a:t>Validation.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25603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2148840"/>
            <a:ext cx="502920" cy="50292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167128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83464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E293B"/>
                </a:solidFill>
                <a:latin typeface="Calibri"/>
              </a:defRPr>
            </a:pPr>
            <a:r>
              <a:t>Define Your Assumption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246120"/>
            <a:ext cx="21945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Identify the riskiest assumption in your business model. Frame it as a testable hypothesis.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920240"/>
            <a:ext cx="25603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57600" y="2148840"/>
            <a:ext cx="502920" cy="50292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167128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83464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E293B"/>
                </a:solidFill>
                <a:latin typeface="Calibri"/>
              </a:defRPr>
            </a:pPr>
            <a:r>
              <a:t>Launch a Micro-Experiment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246120"/>
            <a:ext cx="21945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Design a quick, targeted test — ad campaigns, landing pages, prototype demos — and deploy it to our college student tester community.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920240"/>
            <a:ext cx="25603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92240" y="2148840"/>
            <a:ext cx="502920" cy="50292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167128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83464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E293B"/>
                </a:solidFill>
                <a:latin typeface="Calibri"/>
              </a:defRPr>
            </a:pPr>
            <a:r>
              <a:t>Get Real Market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246120"/>
            <a:ext cx="21945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Receive actionable feedback and engagement metrics. Know whether to pivot, persevere, or double down — in days.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6B6D4"/>
                </a:solidFill>
                <a:latin typeface="Calibri"/>
              </a:defRPr>
            </a:pPr>
            <a:r>
              <a:t>Platform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Arial Black"/>
              </a:defRPr>
            </a:pPr>
            <a:r>
              <a:t>Built for Speed</a:t>
            </a:r>
            <a:br/>
            <a:r>
              <a:t>and Clarity.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920240"/>
            <a:ext cx="164592" cy="16459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19" y="1828800"/>
            <a:ext cx="3566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Experiment Builder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19" y="2176272"/>
            <a:ext cx="35661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Design landing pages, surveys, and ad tests with a simple drag-and-drop interface.</a:t>
            </a:r>
          </a:p>
        </p:txBody>
      </p:sp>
      <p:sp>
        <p:nvSpPr>
          <p:cNvPr id="7" name="Oval 6"/>
          <p:cNvSpPr/>
          <p:nvPr/>
        </p:nvSpPr>
        <p:spPr>
          <a:xfrm>
            <a:off x="4846320" y="1920240"/>
            <a:ext cx="164592" cy="16459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66359" y="1828800"/>
            <a:ext cx="3566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Live Tester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59" y="2176272"/>
            <a:ext cx="35661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Tap into thousands of college students who represent tomorrow's market.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971800"/>
            <a:ext cx="164592" cy="16459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19" y="2880360"/>
            <a:ext cx="3566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Real-Time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19" y="3227832"/>
            <a:ext cx="35661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Track engagement, conversion, and sentiment as testers interact with your experiment.</a:t>
            </a:r>
          </a:p>
        </p:txBody>
      </p:sp>
      <p:sp>
        <p:nvSpPr>
          <p:cNvPr id="13" name="Oval 12"/>
          <p:cNvSpPr/>
          <p:nvPr/>
        </p:nvSpPr>
        <p:spPr>
          <a:xfrm>
            <a:off x="4846320" y="2971800"/>
            <a:ext cx="164592" cy="16459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59" y="2880360"/>
            <a:ext cx="3566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Assumption Scorecard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59" y="3227832"/>
            <a:ext cx="35661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Get a clear pass/fail signal on each hypothesis with confidence metrics.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023359"/>
            <a:ext cx="164592" cy="16459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19" y="3931920"/>
            <a:ext cx="3566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Insight Reports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19" y="4279392"/>
            <a:ext cx="35661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Automated summaries with key takeaways so you can act fast.</a:t>
            </a:r>
          </a:p>
        </p:txBody>
      </p:sp>
      <p:sp>
        <p:nvSpPr>
          <p:cNvPr id="19" name="Oval 18"/>
          <p:cNvSpPr/>
          <p:nvPr/>
        </p:nvSpPr>
        <p:spPr>
          <a:xfrm>
            <a:off x="4846320" y="4023359"/>
            <a:ext cx="164592" cy="16459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66359" y="3931920"/>
            <a:ext cx="3566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Team Collaboration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59" y="4279392"/>
            <a:ext cx="35661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Share experiments and results with co-founders, advisors, and investors.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6366F1"/>
                </a:solidFill>
                <a:latin typeface="Calibri"/>
              </a:defRPr>
            </a:pPr>
            <a:r>
              <a:t>Who It's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E293B"/>
                </a:solidFill>
                <a:latin typeface="Arial Black"/>
              </a:defRPr>
            </a:pPr>
            <a:r>
              <a:t>From Idea to Evidence.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3749039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874520"/>
            <a:ext cx="118872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65376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Idea Stage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E293B"/>
                </a:solidFill>
                <a:latin typeface="Calibri"/>
              </a:defRPr>
            </a:pPr>
            <a:r>
              <a:t>Pre-Seed Founders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You have an idea but no product yet. ValidX helps you prove demand before you build.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691640"/>
            <a:ext cx="3749039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83480" y="1874520"/>
            <a:ext cx="118872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1865376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MVP Stage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228600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E293B"/>
                </a:solidFill>
                <a:latin typeface="Calibri"/>
              </a:defRPr>
            </a:pPr>
            <a:r>
              <a:t>Early-Stage Startups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260604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You've launched an MVP and need to validate product-market fit with real users.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291840"/>
            <a:ext cx="3749039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" y="3474720"/>
            <a:ext cx="118872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Growth Stage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8620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E293B"/>
                </a:solidFill>
                <a:latin typeface="Calibri"/>
              </a:defRPr>
            </a:pPr>
            <a:r>
              <a:t>Small Business Owners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0624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You're expanding into a new market or product line and need to test assumptions.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3291840"/>
            <a:ext cx="3749039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983480" y="3474720"/>
            <a:ext cx="118872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83480" y="3465576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Demo 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388620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E293B"/>
                </a:solidFill>
                <a:latin typeface="Calibri"/>
              </a:defRPr>
            </a:pPr>
            <a:r>
              <a:t>Accelerator Teams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420624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You're in a program and need fast evidence to present at demo day.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6B6D4"/>
                </a:solidFill>
                <a:latin typeface="Calibri"/>
              </a:defRPr>
            </a:pPr>
            <a:r>
              <a:t>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Arial Black"/>
              </a:defRPr>
            </a:pPr>
            <a:r>
              <a:t>What Can You Validate?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2560320" cy="1417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25603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Pricing Sensitivity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2103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Test whether your target market will pay $X for your product.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554480"/>
            <a:ext cx="2560320" cy="1417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1554480"/>
            <a:ext cx="256032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182880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Value Proposition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240280"/>
            <a:ext cx="2103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See which messaging resonates most with next-gen consumers.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554480"/>
            <a:ext cx="2560320" cy="1417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554480"/>
            <a:ext cx="25603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82880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Feature Priority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240280"/>
            <a:ext cx="2103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Find out which features matter most before you build them.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200400"/>
            <a:ext cx="2560320" cy="1417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200400"/>
            <a:ext cx="25603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47472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Channel 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886200"/>
            <a:ext cx="2103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Discover where your audience actually discovers new products.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3200400"/>
            <a:ext cx="2560320" cy="1417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74720" y="3200400"/>
            <a:ext cx="256032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03320" y="347472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Landing Page Conversion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3886200"/>
            <a:ext cx="2103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A/B test your page with real traffic before spending on ads.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200400"/>
            <a:ext cx="2560320" cy="1417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3200400"/>
            <a:ext cx="25603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347472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Brand Positioning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886200"/>
            <a:ext cx="2103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Test your brand identity against competitors with fresh eyes.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6366F1"/>
                </a:solidFill>
                <a:latin typeface="Calibri"/>
              </a:defRPr>
            </a:pPr>
            <a:r>
              <a:t>Why ValidX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E293B"/>
                </a:solidFill>
                <a:latin typeface="Arial Black"/>
              </a:defRPr>
            </a:pPr>
            <a:r>
              <a:t>Your Unfair Advantage</a:t>
            </a:r>
            <a:br/>
            <a:r>
              <a:t>in Validation.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749039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64008" cy="1234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E293B"/>
                </a:solidFill>
                <a:latin typeface="Calibri"/>
              </a:defRPr>
            </a:pPr>
            <a:r>
              <a:t>Next-Gen Tester Community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Our college student testers are digital natives who represent the future consumer. Their feedback is forward-looking, not backward-looking.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828800"/>
            <a:ext cx="3749039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0" y="1828800"/>
            <a:ext cx="64008" cy="1234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9659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E293B"/>
                </a:solidFill>
                <a:latin typeface="Calibri"/>
              </a:defRPr>
            </a:pPr>
            <a:r>
              <a:t>Speed to 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286000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Go from hypothesis to evidence in days, not weeks. Our platform is designed for rapid iteration.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91840"/>
            <a:ext cx="3749039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291840"/>
            <a:ext cx="64008" cy="1234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42900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E293B"/>
                </a:solidFill>
                <a:latin typeface="Calibri"/>
              </a:defRPr>
            </a:pPr>
            <a:r>
              <a:t>Pay Only for What You 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49039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No subscriptions, no long-term commitments. Pay per validation — scale up or down as you need.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3291840"/>
            <a:ext cx="3749039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54880" y="3291840"/>
            <a:ext cx="64008" cy="1234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342900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E293B"/>
                </a:solidFill>
                <a:latin typeface="Calibri"/>
              </a:defRPr>
            </a:pPr>
            <a:r>
              <a:t>Built for Founders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749039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We stripped away the complexity of traditional market research. ValidX is fast, simple, and designed for startups.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6B6D4"/>
                </a:solidFill>
                <a:latin typeface="Calibri"/>
              </a:defRPr>
            </a:pPr>
            <a:r>
              <a:t>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Arial Black"/>
              </a:defRPr>
            </a:pPr>
            <a:r>
              <a:t>Pay Per Validation.</a:t>
            </a:r>
            <a:br/>
            <a:r>
              <a:t>No Surprises.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256032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Quick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6888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A78BFA"/>
                </a:solidFill>
                <a:latin typeface="Arial Black"/>
              </a:defRPr>
            </a:pPr>
            <a:r>
              <a:t>$29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per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0040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✓  Single assumption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6616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✓  Each tester reaches 10 people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3192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✓  Basic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9768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✓  3-day turnaround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828800"/>
            <a:ext cx="2560320" cy="29260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931920" y="1691640"/>
            <a:ext cx="1508760" cy="3200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0" y="1682496"/>
            <a:ext cx="1508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MOST POPULAR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05740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Deep Dive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6B6D4"/>
                </a:solidFill>
                <a:latin typeface="Arial Black"/>
              </a:defRPr>
            </a:pPr>
            <a:r>
              <a:t>$89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88036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per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20040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✓  Multi-variable 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56616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✓  Each tester reaches 25 people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93192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✓  Full analytics +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29768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✓  48-hour turnaround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828800"/>
            <a:ext cx="256032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59" y="205740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Full Study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59" y="246888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A78BFA"/>
                </a:solidFill>
                <a:latin typeface="Arial Black"/>
              </a:defRPr>
            </a:pPr>
            <a:r>
              <a:t>$250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59" y="288036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per 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59" y="320040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✓  Comprehensive 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59" y="356616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✓  Each tester reaches 50+ people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59" y="393192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✓  Custom targeting + segments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59" y="429768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✓  Priority 24-hr turnaround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Arial Black"/>
              </a:defRPr>
            </a:pPr>
            <a:r>
              <a:t>Ready to Validate?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06B6D4"/>
                </a:solidFill>
                <a:latin typeface="Calibri"/>
              </a:defRPr>
            </a:pPr>
            <a:r>
              <a:t>Stop guessing. Start testing.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2926080"/>
            <a:ext cx="3291840" cy="6400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2944368"/>
            <a:ext cx="32918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Get Started with ValidX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validx.io  |  hello@validx.io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